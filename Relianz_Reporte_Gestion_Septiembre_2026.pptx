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189d9bc4-c4a0-01d4-51f4-5a9e033addf2}">
          <p14:sldIdLst>
            <p14:sldId id="256"/>
          </p14:sldIdLst>
        </p14:section>
        <p14:section name="Resumen" id="{71e7bab7-a27c-3d5e-85a6-7ad2ae7ae317}">
          <p14:sldIdLst>
            <p14:sldId id="257"/>
          </p14:sldIdLst>
        </p14:section>
        <p14:section name="Solicitados vs Cerrados" id="{2f027adf-b142-cd58-0244-5bf3ef460bd0}">
          <p14:sldIdLst>
            <p14:sldId id="258"/>
            <p14:sldId id="259"/>
          </p14:sldIdLst>
        </p14:section>
        <p14:section name="Estado y carga" id="{156d4ac9-c7c7-782a-2d38-5fe259d4a811}">
          <p14:sldIdLst>
            <p14:sldId id="260"/>
            <p14:sldId id="261"/>
          </p14:sldIdLst>
        </p14:section>
        <p14:section name="Conclusiones" id="{9cb5fb26-dc91-9cc7-42df-71353e47ac3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11111"/>
                </a:solidFill>
                <a:latin typeface="Arial"/>
              </a:rPr>
              <a:t>Proyectos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Solicitados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4</c:v>
                </c:pt>
                <c:pt idx="2">
                  <c:v>0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111111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11111"/>
                </a:solidFill>
                <a:latin typeface="Arial"/>
              </a:rPr>
              <a:t>Rutas y Tiempos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Solicitados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1</c:v>
                </c:pt>
                <c:pt idx="2">
                  <c:v>1</c:v>
                </c:pt>
                <c:pt idx="3">
                  <c:v>9</c:v>
                </c:pt>
                <c:pt idx="4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111111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Cerrado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Proyectos</c:v>
                  </c:pt>
                  <c:pt idx="1">
                    <c:v>Rutas y Tiempos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tiempo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Proyectos</c:v>
                  </c:pt>
                  <c:pt idx="1">
                    <c:v>Rutas y Tiempos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Suspendido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Proyectos</c:v>
                  </c:pt>
                  <c:pt idx="1">
                    <c:v>Rutas y Tiempos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Vencido</c:v>
                </c:pt>
              </c:strCache>
            </c:strRef>
          </c:tx>
          <c:spPr>
            <a:solidFill>
              <a:srgbClr val="E0666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Proyectos</c:v>
                  </c:pt>
                  <c:pt idx="1">
                    <c:v>Rutas y Tiempos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</c:v>
                </c:pt>
                <c:pt idx="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111111"/>
                  </a:solidFill>
                  <a:latin typeface="Calibri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Cerradas en el período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Carlos Martinez</c:v>
                  </c:pt>
                  <c:pt idx="1">
                    <c:v>Edwin Meza</c:v>
                  </c:pt>
                  <c:pt idx="2">
                    <c:v>Henry Candelario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Carga actual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Carlos Martinez</c:v>
                  </c:pt>
                  <c:pt idx="1">
                    <c:v>Edwin Meza</c:v>
                  </c:pt>
                  <c:pt idx="2">
                    <c:v>Henry Candelario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14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Vencidas</c:v>
                </c:pt>
              </c:strCache>
            </c:strRef>
          </c:tx>
          <c:spPr>
            <a:solidFill>
              <a:srgbClr val="E0666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Carlos Martinez</c:v>
                  </c:pt>
                  <c:pt idx="1">
                    <c:v>Edwin Meza</c:v>
                  </c:pt>
                  <c:pt idx="2">
                    <c:v>Henry Candelario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Suspendidas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1111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Carlos Martinez</c:v>
                  </c:pt>
                  <c:pt idx="1">
                    <c:v>Edwin Meza</c:v>
                  </c:pt>
                  <c:pt idx="2">
                    <c:v>Henry Candelario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000" u="none">
                  <a:solidFill>
                    <a:srgbClr val="111111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de gestión de septiembre 2026: 39 solicitudes (20 proyectos y 19 rutas y tiempos), 20 cerradas dentro del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Cerrados en el período cuenta solo cierres hasta el 30/09/2026. Promedio de días calculado sobre las solicitudes cerradas en el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Solicitados según fecha de solicitud; cerrados según fecha de cierre (hasta el 30/09).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RELIANZ  ·  Reporte de Gestión  ·  Septiembre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RELIANZ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Gestión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Proyectos y Rutas y Tiempos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Septiembre 2026</a:t>
            </a:r>
            <a:endParaRPr lang="en-US" sz="2000" dirty="0"/>
          </a:p>
        </p:txBody>
      </p:sp>
      <p:sp>
        <p:nvSpPr>
          <p:cNvPr id="6" name="Tarjeta portada"/>
          <p:cNvSpPr/>
          <p:nvPr/>
        </p:nvSpPr>
        <p:spPr>
          <a:xfrm>
            <a:off x="5852160" y="822960"/>
            <a:ext cx="2834640" cy="3566160"/>
          </a:xfrm>
          <a:prstGeom prst="roundRect">
            <a:avLst>
              <a:gd name="adj" fmla="val 4839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8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solicitudes en el período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20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cerradas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período</a:t>
            </a:r>
            <a:endParaRPr lang="en-US" sz="3000" dirty="0"/>
          </a:p>
        </p:txBody>
      </p:sp>
      <p:sp>
        <p:nvSpPr>
          <p:cNvPr id="3" name="KPI Solicitados"/>
          <p:cNvSpPr/>
          <p:nvPr/>
        </p:nvSpPr>
        <p:spPr>
          <a:xfrm>
            <a:off x="45720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Solicitados</a:t>
            </a:r>
            <a:endParaRPr lang="en-US" sz="1200" dirty="0"/>
          </a:p>
        </p:txBody>
      </p:sp>
      <p:sp>
        <p:nvSpPr>
          <p:cNvPr id="6" name="KPI Cerrados en el período (51%)"/>
          <p:cNvSpPr/>
          <p:nvPr/>
        </p:nvSpPr>
        <p:spPr>
          <a:xfrm>
            <a:off x="256032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2618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Cerrados en el período (51%)</a:t>
            </a:r>
            <a:endParaRPr lang="en-US" sz="1200" dirty="0"/>
          </a:p>
        </p:txBody>
      </p:sp>
      <p:sp>
        <p:nvSpPr>
          <p:cNvPr id="9" name="KPI Promedio de días en cerrar"/>
          <p:cNvSpPr/>
          <p:nvPr/>
        </p:nvSpPr>
        <p:spPr>
          <a:xfrm>
            <a:off x="466344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2618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Promedio de días en cerrar</a:t>
            </a:r>
            <a:endParaRPr lang="en-US" sz="1200" dirty="0"/>
          </a:p>
        </p:txBody>
      </p:sp>
      <p:sp>
        <p:nvSpPr>
          <p:cNvPr id="12" name="KPI Abiertos actuales"/>
          <p:cNvSpPr/>
          <p:nvPr/>
        </p:nvSpPr>
        <p:spPr>
          <a:xfrm>
            <a:off x="676656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2618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Abiertos actuales</a:t>
            </a:r>
            <a:endParaRPr lang="en-US" sz="1200" dirty="0"/>
          </a:p>
        </p:txBody>
      </p:sp>
      <p:graphicFrame>
        <p:nvGraphicFramePr>
          <p:cNvPr id="3" name="Tabla resum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463040"/>
                <a:gridCol w="1280160"/>
                <a:gridCol w="118872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Solicitados en el 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Entregados / cerrados en el 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días en cerrar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Abiertos actuales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Cerrados actuales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Rutas y Tiempos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Solicitados vs cerrados por semana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Proyectos: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 de 20 cerrados.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Rutas y Tiempos: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18 de 19 cerradas.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semanal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</a:t>
            </a:r>
            <a:endParaRPr lang="en-US" sz="1800" dirty="0"/>
          </a:p>
        </p:txBody>
      </p:sp>
      <p:graphicFrame>
        <p:nvGraphicFramePr>
          <p:cNvPr id="5" name="Tabla semanal Proyec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73152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Abiertos (acum.)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 (1–7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2 (8–14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3 (15–21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4 (22–28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5 (29–30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septiembre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y Tiempos</a:t>
            </a:r>
            <a:endParaRPr lang="en-US" sz="1800" dirty="0"/>
          </a:p>
        </p:txBody>
      </p:sp>
      <p:graphicFrame>
        <p:nvGraphicFramePr>
          <p:cNvPr id="9" name="Tabla semanal Rutas y Tiemp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73152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Abiertos (acum.)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 (1–7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2 (8–14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3 (15–21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4 (22–28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5 (29–30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septiembre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Abiertos (acum.) = solicitudes pendientes al cierre de cada semana. Cerrados cuenta cierres hasta el 30/09/2026.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 de las solicitudes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encidos"/>
          <p:cNvSpPr/>
          <p:nvPr/>
        </p:nvSpPr>
        <p:spPr>
          <a:xfrm>
            <a:off x="5943600" y="1188720"/>
            <a:ext cx="2743200" cy="150876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234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proyectos vencidos</a:t>
            </a:r>
            <a:endParaRPr lang="en-US" sz="1600" dirty="0"/>
          </a:p>
        </p:txBody>
      </p:sp>
      <p:sp>
        <p:nvSpPr>
          <p:cNvPr id="7" name="Tarjeta rutas"/>
          <p:cNvSpPr/>
          <p:nvPr/>
        </p:nvSpPr>
        <p:spPr>
          <a:xfrm>
            <a:off x="5943600" y="2971800"/>
            <a:ext cx="27432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3017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de 19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rutas y tiempos cerradas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por colaborador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a carg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3200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548640"/>
                <a:gridCol w="54864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 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Carga total incluye trabajo previo al período.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clave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Rutas y Tiempos al día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18 de 19 solicitudes cerradas en septiembre, con un promedio de 1,8 días.</a:t>
            </a:r>
            <a:endParaRPr lang="en-US" sz="1800" dirty="0"/>
          </a:p>
        </p:txBody>
      </p:sp>
      <p:sp>
        <p:nvSpPr>
          <p:cNvPr id="6" name="Número 2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574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Proyectos con rezago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2 de 20 cerrados en el período; 9 están vencidos y 3 suspendidos.</a:t>
            </a:r>
            <a:endParaRPr lang="en-US" sz="1800" dirty="0"/>
          </a:p>
        </p:txBody>
      </p:sp>
      <p:sp>
        <p:nvSpPr>
          <p:cNvPr id="9" name="Número 3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260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Vencidas concentradas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24 vencidas entre los tres colaboradores: Edwin Meza 9, Henry Candelario 8 y Carlos Martinez 7.</a:t>
            </a:r>
            <a:endParaRPr lang="en-US" sz="1800" dirty="0"/>
          </a:p>
        </p:txBody>
      </p:sp>
      <p:sp>
        <p:nvSpPr>
          <p:cNvPr id="12" name="Número 4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Sugerencia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Priorizar el cierre o la reprogramación de los 9 proyectos vencidos en octubre.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ianz">
  <a:themeElements>
    <a:clrScheme name="Relianz">
      <a:dk1>
        <a:srgbClr val="111111"/>
      </a:dk1>
      <a:lt1>
        <a:srgbClr val="FFFFFF"/>
      </a:lt1>
      <a:dk2>
        <a:srgbClr val="3A3A3A"/>
      </a:dk2>
      <a:lt2>
        <a:srgbClr val="F5F5F5"/>
      </a:lt2>
      <a:accent1>
        <a:srgbClr val="FFC20E"/>
      </a:accent1>
      <a:accent2>
        <a:srgbClr val="111111"/>
      </a:accent2>
      <a:accent3>
        <a:srgbClr val="8C8C8C"/>
      </a:accent3>
      <a:accent4>
        <a:srgbClr val="D9D9D9"/>
      </a:accent4>
      <a:accent5>
        <a:srgbClr val="E06666"/>
      </a:accent5>
      <a:accent6>
        <a:srgbClr val="5A5A5A"/>
      </a:accent6>
      <a:hlink>
        <a:srgbClr val="111111"/>
      </a:hlink>
      <a:folHlink>
        <a:srgbClr val="8C8C8C"/>
      </a:folHlink>
    </a:clrScheme>
    <a:fontScheme name="Relianz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Relianz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Gestión — Septiembre 2026</dc:title>
  <dc:subject>PptxGenJS Presentation</dc:subject>
  <dc:creator>PptxGenJS</dc:creator>
  <cp:lastModifiedBy>PptxGenJS</cp:lastModifiedBy>
  <cp:revision>1</cp:revision>
  <dcterms:created xsi:type="dcterms:W3CDTF">2026-10-05T13:09:29Z</dcterms:created>
  <dcterms:modified xsi:type="dcterms:W3CDTF">2026-10-05T13:09:29Z</dcterms:modified>
</cp:coreProperties>
</file>